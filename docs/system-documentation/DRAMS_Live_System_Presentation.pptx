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874520"/>
            <a:ext cx="1371600" cy="82296"/>
          </a:xfrm>
          <a:prstGeom prst="rect">
            <a:avLst/>
          </a:prstGeom>
          <a:solidFill>
            <a:srgbClr val="2F9BD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574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DRAMS LIVE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41248" y="3246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FE3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 System Documentation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" y="3886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F9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Data Model · End-to-End Process Flows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58521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</a:t>
            </a:r>
            <a:pPr indent="0" marL="0">
              <a:buNone/>
            </a:pPr>
            <a:r>
              <a:rPr lang="en-US" sz="12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CTD telecom-data &amp; person-intelligence analysis system     </a:t>
            </a:r>
            <a:pPr indent="0" marL="0">
              <a:buNone/>
            </a:pPr>
            <a:r>
              <a:rPr lang="en-US" sz="1200" b="1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</a:t>
            </a:r>
            <a:pPr indent="0" marL="0">
              <a:buNone/>
            </a:pPr>
            <a:r>
              <a:rPr lang="en-US" sz="12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Kohana 3.x PHP (HMVC)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9B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deck covers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" cy="566928"/>
          </a:xfrm>
          <a:prstGeom prst="rect">
            <a:avLst/>
          </a:prstGeom>
          <a:solidFill>
            <a:srgbClr val="2F9BD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916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Executive overview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54864" cy="566928"/>
          </a:xfrm>
          <a:prstGeom prst="rect">
            <a:avLst/>
          </a:prstGeom>
          <a:solidFill>
            <a:srgbClr val="2F9BD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44144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Technology stack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191256"/>
            <a:ext cx="54864" cy="566928"/>
          </a:xfrm>
          <a:prstGeom prst="rect">
            <a:avLst/>
          </a:prstGeom>
          <a:solidFill>
            <a:srgbClr val="2F9BD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19125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System architecture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41064"/>
            <a:ext cx="54864" cy="566928"/>
          </a:xfrm>
          <a:prstGeom prst="rect">
            <a:avLst/>
          </a:prstGeom>
          <a:solidFill>
            <a:srgbClr val="2F9BD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94106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Request lifecycle (HMVC)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690872"/>
            <a:ext cx="54864" cy="566928"/>
          </a:xfrm>
          <a:prstGeom prst="rect">
            <a:avLst/>
          </a:prstGeom>
          <a:solidFill>
            <a:srgbClr val="2F9BD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69087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Codebase &amp; controllers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440680"/>
            <a:ext cx="54864" cy="566928"/>
          </a:xfrm>
          <a:prstGeom prst="rect">
            <a:avLst/>
          </a:prstGeom>
          <a:solidFill>
            <a:srgbClr val="2F9BD4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54406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Data model (ER)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33672" y="1691640"/>
            <a:ext cx="54864" cy="5669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416552" y="16916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Federated databases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33672" y="2441448"/>
            <a:ext cx="54864" cy="5669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4416552" y="244144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Authentication &amp; RBAC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33672" y="3191256"/>
            <a:ext cx="54864" cy="5669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4416552" y="319125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Login &amp; person flows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233672" y="3941064"/>
            <a:ext cx="54864" cy="5669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4416552" y="394106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Telecom request lifecycle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33672" y="4690872"/>
            <a:ext cx="54864" cy="5669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4416552" y="469087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CDR ingestion &amp; identity sync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233672" y="5440680"/>
            <a:ext cx="54864" cy="5669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4416552" y="54406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Watchlist &amp; reporting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918704" y="1691640"/>
            <a:ext cx="54864" cy="566928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29" name="Text 27"/>
          <p:cNvSpPr/>
          <p:nvPr/>
        </p:nvSpPr>
        <p:spPr>
          <a:xfrm>
            <a:off x="8101584" y="16916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Cron / background engine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918704" y="2441448"/>
            <a:ext cx="54864" cy="566928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31" name="Text 29"/>
          <p:cNvSpPr/>
          <p:nvPr/>
        </p:nvSpPr>
        <p:spPr>
          <a:xfrm>
            <a:off x="8101584" y="244144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External integrations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918704" y="3191256"/>
            <a:ext cx="54864" cy="566928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33" name="Text 31"/>
          <p:cNvSpPr/>
          <p:nvPr/>
        </p:nvSpPr>
        <p:spPr>
          <a:xfrm>
            <a:off x="8101584" y="319125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Sitemap &amp; navigation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918704" y="3941064"/>
            <a:ext cx="54864" cy="566928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35" name="Text 33"/>
          <p:cNvSpPr/>
          <p:nvPr/>
        </p:nvSpPr>
        <p:spPr>
          <a:xfrm>
            <a:off x="8101584" y="394106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Roles &amp; journeys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918704" y="4690872"/>
            <a:ext cx="54864" cy="566928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37" name="Text 35"/>
          <p:cNvSpPr/>
          <p:nvPr/>
        </p:nvSpPr>
        <p:spPr>
          <a:xfrm>
            <a:off x="8101584" y="469087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Table inventory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918704" y="5440680"/>
            <a:ext cx="54864" cy="566928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39" name="Text 37"/>
          <p:cNvSpPr/>
          <p:nvPr/>
        </p:nvSpPr>
        <p:spPr>
          <a:xfrm>
            <a:off x="8101584" y="54406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Glossary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DRAMS Live · System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9B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· EXECUTIVE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DRAMS Live does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109960" cy="896112"/>
          </a:xfrm>
          <a:prstGeom prst="rect">
            <a:avLst/>
          </a:prstGeom>
          <a:solidFill>
            <a:srgbClr val="EEF3F8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19656"/>
            <a:ext cx="457200" cy="457200"/>
          </a:xfrm>
          <a:prstGeom prst="ellipse">
            <a:avLst/>
          </a:prstGeom>
          <a:solidFill>
            <a:srgbClr val="2F9BD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19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709928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 profiling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26280" y="1673352"/>
            <a:ext cx="6995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360° record per person: identity (CNIC/NADRA, foreigner, passport), addresses, education, banks, criminal record, affiliations, training, relations, devices &amp; SIMs.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569464"/>
            <a:ext cx="11109960" cy="896112"/>
          </a:xfrm>
          <a:prstGeom prst="rect">
            <a:avLst/>
          </a:prstGeom>
          <a:solidFill>
            <a:srgbClr val="EEF3F8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788920"/>
            <a:ext cx="457200" cy="457200"/>
          </a:xfrm>
          <a:prstGeom prst="ellipse">
            <a:avLst/>
          </a:prstGeom>
          <a:solidFill>
            <a:srgbClr val="2F9BD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2679192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Telecom data acquisition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26280" y="2642616"/>
            <a:ext cx="6995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formal CDR / subscriber / location requests to mobile operators by email, then auto-parses the email replies back into the database.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538728"/>
            <a:ext cx="11109960" cy="896112"/>
          </a:xfrm>
          <a:prstGeom prst="rect">
            <a:avLst/>
          </a:prstGeom>
          <a:solidFill>
            <a:srgbClr val="EEF3F8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758184"/>
            <a:ext cx="457200" cy="457200"/>
          </a:xfrm>
          <a:prstGeom prst="ellipse">
            <a:avLst/>
          </a:prstGeom>
          <a:solidFill>
            <a:srgbClr val="2F9BD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3648456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CDR analysis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26280" y="3611880"/>
            <a:ext cx="6995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Call/SMS summaries, B-party analysis, location &amp; cell-tower tracking, device/IMEI/SIM history, and CDR network-graph visualisation.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507992"/>
            <a:ext cx="11109960" cy="896112"/>
          </a:xfrm>
          <a:prstGeom prst="rect">
            <a:avLst/>
          </a:prstGeom>
          <a:solidFill>
            <a:srgbClr val="EEF3F8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727448"/>
            <a:ext cx="457200" cy="457200"/>
          </a:xfrm>
          <a:prstGeom prst="ellipse">
            <a:avLst/>
          </a:prstGeom>
          <a:solidFill>
            <a:srgbClr val="2F9BD4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727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17320" y="4617720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External data federation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26280" y="4581144"/>
            <a:ext cx="6995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subscriber, ECP, KPK-CTD, DLMS &amp; govt-employee databases plus NADRA / Verisys / Family-Tree / Travel and an AIES/CCTW REST API.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477256"/>
            <a:ext cx="11109960" cy="896112"/>
          </a:xfrm>
          <a:prstGeom prst="rect">
            <a:avLst/>
          </a:prstGeom>
          <a:solidFill>
            <a:srgbClr val="EEF3F8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696712"/>
            <a:ext cx="457200" cy="457200"/>
          </a:xfrm>
          <a:prstGeom prst="ellipse">
            <a:avLst/>
          </a:prstGeom>
          <a:solidFill>
            <a:srgbClr val="2F9BD4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696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17320" y="5586984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Watchlists, reporting &amp; audit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26280" y="5550408"/>
            <a:ext cx="6995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and watch persons, build user/person/admin analytics, and keep a full audit trail of every analyst action.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DRAMS Live · System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9B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· 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layered Kohana / PHP stack</a:t>
            </a:r>
            <a:endParaRPr lang="en-US" sz="2700" dirty="0"/>
          </a:p>
        </p:txBody>
      </p:sp>
      <p:pic>
        <p:nvPicPr>
          <p:cNvPr id="4" name="Image 0" descr="C:\xampp\htdocs\dramslive\docs\system-documentation\diagrams\render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39444"/>
            <a:ext cx="6126480" cy="3156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19963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995160" y="1554480"/>
            <a:ext cx="4693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9B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components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995160" y="2011680"/>
            <a:ext cx="46936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Kohana 3.x HMVC framework on Apache + PHP, ORM + Query Builder over MySQL.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modules: auth, database, orm, image, mysqli, phpexcel, phpmailer.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 libraries: php-imap (receive mail), phpspreadsheet (Excel), Google API Client.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end: Bootstrap 3, jQuery, DataTables, Chart.js, Select2, Cytoscape graphs.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DB aiesplus; five federated read-only data sources behind the Databank.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DRAMS Live · System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9B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· 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Layered HMVC architecture</a:t>
            </a:r>
            <a:endParaRPr lang="en-US" sz="2700" dirty="0"/>
          </a:p>
        </p:txBody>
      </p:sp>
      <p:pic>
        <p:nvPicPr>
          <p:cNvPr id="4" name="Image 0" descr="C:\xampp\htdocs\dramslive\docs\system-documentation\diagrams\render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36535"/>
            <a:ext cx="11183112" cy="23962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3904970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4270730"/>
            <a:ext cx="10881360" cy="203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controllers (Login, Cronjob, Aiesapi, Gmailapi, Verisyssync) intentionally bypass auth.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authenticated controller extends Controller_Working — a single before() hook enforces auth, RBAC, IP-block and audit.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logic lives in Helpers_* services and Model_* (ORM + query-builder) classes over the primary &amp; federated databases.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DRAMS Live · System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9B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· CONTROLLERS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Controller inheritance &amp; the security gate</a:t>
            </a:r>
            <a:endParaRPr lang="en-US" sz="2700" dirty="0"/>
          </a:p>
        </p:txBody>
      </p:sp>
      <p:pic>
        <p:nvPicPr>
          <p:cNvPr id="4" name="Image 0" descr="C:\xampp\htdocs\dramslive\docs\system-documentation\diagrams\render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20284"/>
            <a:ext cx="5212080" cy="439467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19963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080760" y="1554480"/>
            <a:ext cx="5608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9B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requests are gated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080760" y="2011680"/>
            <a:ext cx="56080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Controller_Working::before() runs on every authenticated page.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authenticates the user, resolves role_id, checks the IP block-list and inactive-user status, then writes an audit log entry.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public controllers (Login, Cron, REST API, Gmail OAuth) extend the bare Kohana controller and skip the gate by design.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≈30 controllers, several with 60–70 actions, organised by domain.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DRAMS Live · System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9B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· REQUEST LIFECYCLE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 browser request is served</a:t>
            </a:r>
            <a:endParaRPr lang="en-US" sz="2700" dirty="0"/>
          </a:p>
        </p:txBody>
      </p:sp>
      <p:pic>
        <p:nvPicPr>
          <p:cNvPr id="4" name="Image 0" descr="C:\xampp\htdocs\dramslive\docs\system-documentation\diagrams\render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85884"/>
            <a:ext cx="6035040" cy="3063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19963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903720" y="1554480"/>
            <a:ext cx="4785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9B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response styles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903720" y="2011680"/>
            <a:ext cx="478505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index.php → Bootstrap → Router maps /controller/action/id (default controller = login).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before() authorises, then the action runs business logic via Helpers/Models.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pages render through the template wrapper (header, sidebar, footer) with .inc view bodies.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AJAX endpoints set auto_render=FALSE and echo JSON — DataTables tables, Chart.js charts, Cytoscape CDR graphs.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DRAMS Live · System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9B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· CODEBASE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&amp; directory structure</a:t>
            </a:r>
            <a:endParaRPr lang="en-US" sz="2700" dirty="0"/>
          </a:p>
        </p:txBody>
      </p:sp>
      <p:pic>
        <p:nvPicPr>
          <p:cNvPr id="4" name="Image 0" descr="C:\xampp\htdocs\dramslive\docs\system-documentation\diagrams\render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23089"/>
            <a:ext cx="11183112" cy="17830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329178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3657542"/>
            <a:ext cx="10881360" cy="2651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application/classes holds Controller, Model, Helpers and the Auth ORM driver; views split into entry / templates / error.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Include-file convention: each large action's view logic lives in a matching .inc (user_functions, persons_functions, watchlist_functions, excel, cron_job/&lt;task&gt;).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DRAMS Live · System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9B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· 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Entity-relationship model — centred on the person</a:t>
            </a:r>
            <a:endParaRPr lang="en-US" sz="2700" dirty="0"/>
          </a:p>
        </p:txBody>
      </p:sp>
      <p:pic>
        <p:nvPicPr>
          <p:cNvPr id="4" name="Image 0" descr="C:\xampp\htdocs\dramslive\docs\system-documentation\diagrams\render-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98384"/>
            <a:ext cx="11183112" cy="12837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27925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 — person is the hub; identity, activity, attribute, request &amp; access tables surround it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3657600"/>
            <a:ext cx="2670048" cy="2286000"/>
          </a:xfrm>
          <a:prstGeom prst="rect">
            <a:avLst/>
          </a:prstGeom>
          <a:solidFill>
            <a:srgbClr val="EEF3F8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3657600"/>
            <a:ext cx="2670048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" y="36576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&amp; identity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76656" y="4224528"/>
            <a:ext cx="24140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person_initiate · person · person_nadra_profile · person_foreigner_profile · person_detail_info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37560" y="3657600"/>
            <a:ext cx="2670048" cy="2286000"/>
          </a:xfrm>
          <a:prstGeom prst="rect">
            <a:avLst/>
          </a:prstGeom>
          <a:solidFill>
            <a:srgbClr val="EEF3F8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37560" y="3657600"/>
            <a:ext cx="2670048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9"/>
          <p:cNvSpPr/>
          <p:nvPr/>
        </p:nvSpPr>
        <p:spPr>
          <a:xfrm>
            <a:off x="3447288" y="36576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 (CDR)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465576" y="4224528"/>
            <a:ext cx="24140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person_call_log · person_sms_log · person_summary · person_location_history · person_phone_number · person_phone_device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126480" y="3657600"/>
            <a:ext cx="2670048" cy="2286000"/>
          </a:xfrm>
          <a:prstGeom prst="rect">
            <a:avLst/>
          </a:prstGeom>
          <a:solidFill>
            <a:srgbClr val="EEF3F8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26480" y="3657600"/>
            <a:ext cx="2670048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3"/>
          <p:cNvSpPr/>
          <p:nvPr/>
        </p:nvSpPr>
        <p:spPr>
          <a:xfrm>
            <a:off x="6236208" y="36576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Attributes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254496" y="4224528"/>
            <a:ext cx="24140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· banks · criminal_record · affiliations · trainings · identities · relations · social_links · tags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915400" y="3657600"/>
            <a:ext cx="2670048" cy="2286000"/>
          </a:xfrm>
          <a:prstGeom prst="rect">
            <a:avLst/>
          </a:prstGeom>
          <a:solidFill>
            <a:srgbClr val="EEF3F8"/>
          </a:solidFill>
          <a:ln w="12700">
            <a:solidFill>
              <a:srgbClr val="D5DEE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915400" y="3657600"/>
            <a:ext cx="2670048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" name="Text 17"/>
          <p:cNvSpPr/>
          <p:nvPr/>
        </p:nvSpPr>
        <p:spPr>
          <a:xfrm>
            <a:off x="9025128" y="36576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Requests &amp; access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043416" y="4224528"/>
            <a:ext cx="24140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user_request · admin_request (+nadra/familytree/travel) · email_messages · users · roles · roles_users · manu_management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DRAMS Live · System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9B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 · DATA 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 federated database connections</a:t>
            </a:r>
            <a:endParaRPr lang="en-US" sz="2700" dirty="0"/>
          </a:p>
        </p:txBody>
      </p:sp>
      <p:pic>
        <p:nvPicPr>
          <p:cNvPr id="4" name="Image 0" descr="C:\xampp\htdocs\dramslive\docs\system-documentation\diagrams\render-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290" y="1554480"/>
            <a:ext cx="230886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199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7 — database.php connections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691640"/>
          <a:ext cx="7086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606040"/>
                <a:gridCol w="29260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aiesplus / aiesdev (MySQL)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DRAMS person, CDR, request &amp; user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subscriber_db (MySQL)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 subscriber lookups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ecp (MySQL)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Electoral / address &amp; family 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ctd_kpk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ctd_kpk (MySQL)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KPK CTD person profiles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dlms_sqlsrv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DLMS (MS SQL Server)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Driving licenses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govt_emp_data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govt_emp_data (MySQL)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 employees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0" y="5486400"/>
            <a:ext cx="7086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connection holds all DRAMS data; the other five are read-only sources searched from the Databank module (DLMS is Microsoft SQL Server, the rest MySQL).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DRAMS Live · System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9B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 · 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 &amp; the before() gate</a:t>
            </a:r>
            <a:endParaRPr lang="en-US" sz="2700" dirty="0"/>
          </a:p>
        </p:txBody>
      </p:sp>
      <p:pic>
        <p:nvPicPr>
          <p:cNvPr id="4" name="Image 0" descr="C:\xampp\htdocs\dramslive\docs\system-documentation\diagrams\render-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6228" y="1508760"/>
            <a:ext cx="2299625" cy="4617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1996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8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74920" y="1554480"/>
            <a:ext cx="6613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9B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every page checks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74920" y="2011680"/>
            <a:ext cx="661385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Driver: Kohana auth, ORM (Auth_Orm). Passwords SHA256-hashed; only user_id stored in session.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before() runs on each authenticated controller: logged-in? → IP blocked? → user active/approved? → set role_id → menu-access check → audit log.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redirect to Login / Blocked or force a logout.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login paths: username+password (IP-throttled), one-time SSO token, and password recovery.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DRAMS Live · System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9B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 · ACCESS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Role-based access — three combined checks</a:t>
            </a:r>
            <a:endParaRPr lang="en-US" sz="2700" dirty="0"/>
          </a:p>
        </p:txBody>
      </p:sp>
      <p:pic>
        <p:nvPicPr>
          <p:cNvPr id="4" name="Image 0" descr="C:\xampp\htdocs\dramslive\docs\system-documentation\diagrams\render-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339802"/>
            <a:ext cx="5852160" cy="29556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19963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9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720840" y="1554480"/>
            <a:ext cx="4967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9B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Permission tiers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720840" y="2011680"/>
            <a:ext cx="496793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level (0–5): Administrator → Tech support → Executive → Field officer → Dev support.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scope: all · region · district · own — filters every request &amp; report query.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access: chek_role_access() reads the manu_management matrix to show/hide each sidebar item.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roles gate modules (Watchlist 25, Organization 31/32, Databank 34/35); sensitive persons protected by cis_sensitive_person_acl.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DRAMS Live · System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651760"/>
            <a:ext cx="1371600" cy="82296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0A4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TWO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Process Flows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41248" y="38862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· Search · Telecom request lifecycle · Ingestion · Identity sync · Watchlist · Reporting · Cron · Integrations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9B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 10.1 · LOGIN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 &amp; session flow</a:t>
            </a:r>
            <a:endParaRPr lang="en-US" sz="2700" dirty="0"/>
          </a:p>
        </p:txBody>
      </p:sp>
      <p:pic>
        <p:nvPicPr>
          <p:cNvPr id="4" name="Image 0" descr="C:\xampp\htdocs\dramslive\docs\system-documentation\diagrams\render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714" y="1508760"/>
            <a:ext cx="4673133" cy="4617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1996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10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629400" y="1554480"/>
            <a:ext cx="5059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9B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Highlights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629400" y="2011680"/>
            <a:ext cx="505937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URL token → expiry check → force_login() (token consumed once).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the login form posts to action_check().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Per-IP throttling blocks brute-force attempts (~5 tries → IP block).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success: session created (user_id), complete_login() runs, redirect to the dashboard.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DRAMS Live · System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9B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 10.2 · SEARCH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 search → profile</a:t>
            </a:r>
            <a:endParaRPr lang="en-US" sz="2700" dirty="0"/>
          </a:p>
        </p:txBody>
      </p:sp>
      <p:pic>
        <p:nvPicPr>
          <p:cNvPr id="4" name="Image 0" descr="C:\xampp\htdocs\dramslive\docs\system-documentation\diagrams\render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600" y="1508760"/>
            <a:ext cx="5753679" cy="4617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19963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903720" y="1554480"/>
            <a:ext cx="4785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9B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Highlights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903720" y="2011680"/>
            <a:ext cx="478505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mobile/MSISDN, CNIC identity, advanced (IMSI/IMEI/name), or B-party / bulk / location / device.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render in DataTables; clicking a person opens the profile with an encrypted id.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sidebar switches to person context: call/SMS, B-party, location, CDR graph, profile tabs, family tree, social links.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view is written to user_activity_log.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DRAMS Live · System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9B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 10.3 · CORE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Telecom data request lifecycle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927080" y="502920"/>
            <a:ext cx="502920" cy="502920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5" name="Text 3"/>
          <p:cNvSpPr/>
          <p:nvPr/>
        </p:nvSpPr>
        <p:spPr>
          <a:xfrm>
            <a:off x="10927080" y="484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</a:t>
            </a:r>
            <a:endParaRPr lang="en-US" sz="2200" dirty="0"/>
          </a:p>
        </p:txBody>
      </p:sp>
      <p:pic>
        <p:nvPicPr>
          <p:cNvPr id="6" name="Image 0" descr="C:\xampp\htdocs\dramslive\docs\system-documentation\diagrams\render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1374" y="1463040"/>
            <a:ext cx="2700772" cy="4754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2636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12 — fully asynchronous, email-driven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120640" y="15087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45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 asynchronous stages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120640" y="19659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F9B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 Create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309360" y="196596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files a user_request / admin_request (CDR, subscriber, location, NADRA…); status = pending, body built from email_templates.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120640" y="2688336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F9B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Send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09360" y="2688336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action_email_send_* picks pending requests by operator + priority and emails the operator via SMTP; logs email_messages.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120640" y="3410712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F9B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Operator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309360" y="341071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operator (Mobilink, Ufone, Telenor, Zong, Warid, PTCL) replies by email with an attachment.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120640" y="4133088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F9B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 Receive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309360" y="413308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IMAP-polls Gmail (UNSEEN), stores the reply and matches it to the request by reference/message_id.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120640" y="4855464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F9B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 Parse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309360" y="4855464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action_email_parse_* (per type &amp; operator) validates and writes person_call_log / SMS / subscriber / location, then sets status = complete.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120640" y="55778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F9B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 Consume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309360" y="557784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B-party table rebuilt; the analyst views CDR analytics, locations and graphs. Errors route to retry queues.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DRAMS Live · System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9B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 10.4 · INGESTION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CDR / bulk data ingestion</a:t>
            </a:r>
            <a:endParaRPr lang="en-US" sz="2700" dirty="0"/>
          </a:p>
        </p:txBody>
      </p:sp>
      <p:pic>
        <p:nvPicPr>
          <p:cNvPr id="4" name="Image 0" descr="C:\xampp\htdocs\dramslive\docs\system-documentation\diagrams\render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4277" y="1508760"/>
            <a:ext cx="3149285" cy="4617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199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13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40680" y="1554480"/>
            <a:ext cx="6248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9B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CDR arrives as a file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40680" y="2011680"/>
            <a:ext cx="624809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uploads by MSISDN, CNIC or IMEI via Controller_Upload.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validated (checkmsisdn / checkcnic), file stored under uploads/cdr/manual/ with a files row.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Helpers_Upload::data_mapping parses CSV/Excel rows into person_call_log / SMS / phone_number / device.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Model_Shortparse sets SIM/device first- &amp; last-use; processing_index = 7 (uploaded).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rebuilds person_summary → data appears in CDR analytics.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DRAMS Live · System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9B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 10.5 · IDENTITY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NADRA / Verisys / Family-Tree / Travel sync</a:t>
            </a:r>
            <a:endParaRPr lang="en-US" sz="2700" dirty="0"/>
          </a:p>
        </p:txBody>
      </p:sp>
      <p:pic>
        <p:nvPicPr>
          <p:cNvPr id="4" name="Image 0" descr="C:\xampp\htdocs\dramslive\docs\system-documentation\diagrams\render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7480" y="1508760"/>
            <a:ext cx="2105680" cy="4617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1996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983480" y="1554480"/>
            <a:ext cx="6705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9B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Two-step staging pattern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983480" y="2011680"/>
            <a:ext cx="670529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identity request goes out by email or API (request types 8 / 10 / 11).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(images/data) land in a temp table + uploads/*_temp_images/.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Controller_Verisyssync matches each by CNIC to a pending request.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match: image moved to permanent storage, person profile updated, attachment_status = 1.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 → attachment_status = 3; results then show in the person profile.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DRAMS Live · System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9B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 10.6 · WATCHLIST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Watchlist management</a:t>
            </a:r>
            <a:endParaRPr lang="en-US" sz="2700" dirty="0"/>
          </a:p>
        </p:txBody>
      </p:sp>
      <p:pic>
        <p:nvPicPr>
          <p:cNvPr id="4" name="Image 0" descr="C:\xampp\htdocs\dramslive\docs\system-documentation\diagrams\render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218" y="1508760"/>
            <a:ext cx="5744444" cy="4617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19963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15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903720" y="1554480"/>
            <a:ext cx="4785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9B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Highlights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903720" y="2011680"/>
            <a:ext cx="478505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choose category (black/grey/white) + district + tag, search persons, add to watchlist (in_watchlist = 1).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View: area-wise (grouped by district) or per-user (scope-filtered) watchlists.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into details, then jump straight to a person dashboard.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 flips in_watchlist back to 0; tags stored in person_tags + lu_tags.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DRAMS Live · System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9B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 10.7 · REPORTING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Reporting &amp; audit</a:t>
            </a:r>
            <a:endParaRPr lang="en-US" sz="2700" dirty="0"/>
          </a:p>
        </p:txBody>
      </p:sp>
      <p:pic>
        <p:nvPicPr>
          <p:cNvPr id="4" name="Image 0" descr="C:\xampp\htdocs\dramslive\docs\system-documentation\diagrams\render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917" y="1508760"/>
            <a:ext cx="3795766" cy="4617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1996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806440" y="1554480"/>
            <a:ext cx="5882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9B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report families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806440" y="2011680"/>
            <a:ext cx="588233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User's reports: logins, requests sent, panel/URL logs, audit &amp; performance.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Person's reports: top-searched, category/district lists, sensitive list, devices/SIMs, breakups.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reports: identity breakups, Verisys pending/response, user breakup, blocked IPs.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scope-aware; output as on-screen DataTables or Excel exports (phpspreadsheet).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comes from user_activity_log written in before() on every action.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DRAMS Live · System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9B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 10.8 · BACKGROUND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Cron / background processing pipeline</a:t>
            </a:r>
            <a:endParaRPr lang="en-US" sz="2700" dirty="0"/>
          </a:p>
        </p:txBody>
      </p:sp>
      <p:pic>
        <p:nvPicPr>
          <p:cNvPr id="4" name="Image 0" descr="C:\xampp\htdocs\dramslive\docs\system-documentation\diagrams\render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9860" y="1463040"/>
            <a:ext cx="6569232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617720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17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4983480"/>
            <a:ext cx="10881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Cronjob is the asynchronous engine — scheduled HTTP/CLI hits trigger SEND, RECEIVE, PARSE, AGGREGATE, OCR and HEALTH actions.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files &amp; cooldowns prevent overlapping IMAP runs; every step logs to Model_ErrorLog with context and severity; failed items route to retry queues.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DRAMS Live · System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9B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 10.9 · INTEGRATIONS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External integrations</a:t>
            </a:r>
            <a:endParaRPr lang="en-US" sz="2700" dirty="0"/>
          </a:p>
        </p:txBody>
      </p:sp>
      <p:pic>
        <p:nvPicPr>
          <p:cNvPr id="4" name="Image 0" descr="C:\xampp\htdocs\dramslive\docs\system-documentation\diagrams\render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" y="1463040"/>
            <a:ext cx="10917936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251960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18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4617720"/>
            <a:ext cx="10881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AIES / CCTW: REST API (Controller_Aiesapi) — key-authenticated person lookup, 3D module, fingerprints and provisioning, returning JSON + an encrypted profile link.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Google: Gmail OAuth (send/receive operator email) and Vision OCR (ECP address backfill via the cron OCR daemon).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DRAMS Live · System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9B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Sitemap &amp; navigation</a:t>
            </a:r>
            <a:endParaRPr lang="en-US" sz="2700" dirty="0"/>
          </a:p>
        </p:txBody>
      </p:sp>
      <p:pic>
        <p:nvPicPr>
          <p:cNvPr id="4" name="Image 0" descr="C:\xampp\htdocs\dramslive\docs\system-documentation\diagrams\render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31794"/>
            <a:ext cx="11183112" cy="18399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3348693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19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3714453"/>
            <a:ext cx="10881360" cy="2594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left sidebar (sidebar_user.php) is role-filtered; opening a person swaps it to a person-context sidebar (sidebar_person.php).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areas: Search · Profile · Data Upload · User Requests · Watch List · DRAMS Plus · Databank · Reports · Administration · System Monitoring.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DRAMS Live · System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9B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3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Roles &amp; a representative analyst journey</a:t>
            </a:r>
            <a:endParaRPr lang="en-US" sz="27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  <a:gridCol w="6949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journeys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Admin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registration, menu management, ACL, all reports &amp; DRAMS Plus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 / Operator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persons, analyse CDR, submit requests, build reports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manager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request queue, scheduling, projects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Data-upload operator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9–12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Bulk-upload CDR files, monitor parsing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Watchlist / Databank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/ 34–35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 &amp; monitor persons; federated identity searches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9B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Representative analyst journey</a:t>
            </a:r>
            <a:endParaRPr lang="en-US" sz="1500" dirty="0"/>
          </a:p>
        </p:txBody>
      </p:sp>
      <p:pic>
        <p:nvPicPr>
          <p:cNvPr id="6" name="Image 0" descr="C:\xampp\htdocs\dramslive\docs\system-documentation\diagrams\render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58672"/>
            <a:ext cx="11183112" cy="108405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6161016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20 — log in → search → (request if missing) → analyse → watchlist / report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DRAMS Live · System Documentation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3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1371600" cy="82296"/>
          </a:xfrm>
          <a:prstGeom prst="rect">
            <a:avLst/>
          </a:prstGeom>
          <a:solidFill>
            <a:srgbClr val="2F9BD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F9B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platform, end-to-end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41248" y="356616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→ Parse → Profile → Analyse → Report.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DRAMS Live turns operator email replies and federated databases into a searchable, audited, role-governed intelligence picture of persons and their communications.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58521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F9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files:  DRAMS_Live_System_Documentation.docx  ·  .md  ·  20 diagram PNGs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DRAMS Live — System Documentation</dc:title>
  <dc:subject>PptxGenJS Presentation</dc:subject>
  <dc:creator>DRAMS Live</dc:creator>
  <cp:lastModifiedBy>DRAMS Live</cp:lastModifiedBy>
  <cp:revision>1</cp:revision>
  <dcterms:created xsi:type="dcterms:W3CDTF">2026-06-09T08:21:05Z</dcterms:created>
  <dcterms:modified xsi:type="dcterms:W3CDTF">2026-06-09T08:21:05Z</dcterms:modified>
</cp:coreProperties>
</file>